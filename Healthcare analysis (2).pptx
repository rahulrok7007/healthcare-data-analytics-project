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3" r:id="rId5"/>
    <p:sldId id="264" r:id="rId6"/>
    <p:sldId id="259" r:id="rId7"/>
    <p:sldId id="260" r:id="rId8"/>
    <p:sldId id="261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40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96134-D156-4821-B0DF-605771D64B3C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D6012D4E-ADA0-445E-B395-CECF04B16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314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96134-D156-4821-B0DF-605771D64B3C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2D4E-ADA0-445E-B395-CECF04B16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795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96134-D156-4821-B0DF-605771D64B3C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2D4E-ADA0-445E-B395-CECF04B16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432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96134-D156-4821-B0DF-605771D64B3C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2D4E-ADA0-445E-B395-CECF04B16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958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96134-D156-4821-B0DF-605771D64B3C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2D4E-ADA0-445E-B395-CECF04B16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562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96134-D156-4821-B0DF-605771D64B3C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2D4E-ADA0-445E-B395-CECF04B16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823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96134-D156-4821-B0DF-605771D64B3C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2D4E-ADA0-445E-B395-CECF04B16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621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96134-D156-4821-B0DF-605771D64B3C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2D4E-ADA0-445E-B395-CECF04B16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823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C196134-D156-4821-B0DF-605771D64B3C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2D4E-ADA0-445E-B395-CECF04B16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071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96134-D156-4821-B0DF-605771D64B3C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2D4E-ADA0-445E-B395-CECF04B16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369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96134-D156-4821-B0DF-605771D64B3C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2D4E-ADA0-445E-B395-CECF04B16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424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96134-D156-4821-B0DF-605771D64B3C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6012D4E-ADA0-445E-B395-CECF04B165E6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01317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7EB2E-4102-AB25-8E16-0815BCFA7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4424" y="251692"/>
            <a:ext cx="8313474" cy="2058889"/>
          </a:xfrm>
        </p:spPr>
        <p:txBody>
          <a:bodyPr/>
          <a:lstStyle/>
          <a:p>
            <a:r>
              <a:rPr lang="en-US" dirty="0"/>
              <a:t>Healthcare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8BAC6B-E142-53E6-9418-C9B766AD9B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0" y="3517975"/>
            <a:ext cx="4198374" cy="2381380"/>
          </a:xfrm>
        </p:spPr>
        <p:txBody>
          <a:bodyPr>
            <a:normAutofit/>
          </a:bodyPr>
          <a:lstStyle/>
          <a:p>
            <a:r>
              <a:rPr lang="en-US" dirty="0"/>
              <a:t>GROUP 2</a:t>
            </a:r>
          </a:p>
          <a:p>
            <a:r>
              <a:rPr lang="en-US" dirty="0"/>
              <a:t>SHRUTI JITRI</a:t>
            </a:r>
          </a:p>
          <a:p>
            <a:r>
              <a:rPr lang="en-US" dirty="0"/>
              <a:t>RAHUL KUMAR R</a:t>
            </a:r>
          </a:p>
          <a:p>
            <a:r>
              <a:rPr lang="en-US" dirty="0"/>
              <a:t>PREETHU G R</a:t>
            </a:r>
          </a:p>
          <a:p>
            <a:r>
              <a:rPr lang="en-US" dirty="0"/>
              <a:t>MOHAMMED YASEEN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6205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31AA-F982-4EA9-17FF-C122991F4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92" y="224417"/>
            <a:ext cx="9291215" cy="847300"/>
          </a:xfrm>
        </p:spPr>
        <p:txBody>
          <a:bodyPr/>
          <a:lstStyle/>
          <a:p>
            <a:r>
              <a:rPr lang="en-US" dirty="0"/>
              <a:t>Summary of </a:t>
            </a:r>
            <a:r>
              <a:rPr lang="en-US" dirty="0" err="1"/>
              <a:t>Kpis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A2670-105A-4B93-963E-2A277A69F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395" y="1317524"/>
            <a:ext cx="10274708" cy="4148822"/>
          </a:xfrm>
        </p:spPr>
        <p:txBody>
          <a:bodyPr>
            <a:normAutofit/>
          </a:bodyPr>
          <a:lstStyle/>
          <a:p>
            <a:r>
              <a:rPr lang="en-US" dirty="0"/>
              <a:t>The dashboard includes several important KPIs to monitor hospital performance:</a:t>
            </a:r>
          </a:p>
          <a:p>
            <a:r>
              <a:rPr lang="en-US" b="1" dirty="0"/>
              <a:t>• Total Patients</a:t>
            </a:r>
            <a:br>
              <a:rPr lang="en-US" dirty="0"/>
            </a:br>
            <a:r>
              <a:rPr lang="en-US" dirty="0"/>
              <a:t>Shows the total number of patients recorded in the dataset.</a:t>
            </a:r>
          </a:p>
          <a:p>
            <a:r>
              <a:rPr lang="en-US" b="1" dirty="0"/>
              <a:t>• Total Doctors Available</a:t>
            </a:r>
            <a:br>
              <a:rPr lang="en-US" dirty="0"/>
            </a:br>
            <a:r>
              <a:rPr lang="en-US" dirty="0"/>
              <a:t>Represents the number of doctors working across different specialties.</a:t>
            </a:r>
          </a:p>
          <a:p>
            <a:r>
              <a:rPr lang="en-US" b="1" dirty="0"/>
              <a:t>• Total Visits</a:t>
            </a:r>
            <a:br>
              <a:rPr lang="en-US" dirty="0"/>
            </a:br>
            <a:r>
              <a:rPr lang="en-US" dirty="0"/>
              <a:t>Indicates the total number of patient visits to the hospital.</a:t>
            </a:r>
          </a:p>
          <a:p>
            <a:r>
              <a:rPr lang="en-US" b="1" dirty="0"/>
              <a:t>• Total Lab Tests Conducted</a:t>
            </a:r>
            <a:br>
              <a:rPr lang="en-US" dirty="0"/>
            </a:br>
            <a:r>
              <a:rPr lang="en-US" dirty="0"/>
              <a:t>Shows the total number of diagnostic tests performed.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9147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EDEA2-E5F4-14DA-D081-902C363FB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250732"/>
            <a:ext cx="9293577" cy="820984"/>
          </a:xfrm>
        </p:spPr>
        <p:txBody>
          <a:bodyPr>
            <a:normAutofit/>
          </a:bodyPr>
          <a:lstStyle/>
          <a:p>
            <a:r>
              <a:rPr lang="en-US" dirty="0"/>
              <a:t>Summary of </a:t>
            </a:r>
            <a:r>
              <a:rPr lang="en-US" dirty="0" err="1"/>
              <a:t>kpis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EB602-78ED-FECD-525F-1D768A2BB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9768" y="1297858"/>
            <a:ext cx="5336217" cy="4161615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Total Patients</a:t>
            </a:r>
            <a:br>
              <a:rPr lang="en-US" dirty="0"/>
            </a:br>
            <a:r>
              <a:rPr lang="en-US" dirty="0"/>
              <a:t>Shows the total number of patients recorded in the dataset.</a:t>
            </a:r>
          </a:p>
          <a:p>
            <a:r>
              <a:rPr lang="en-US" b="1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Total Doctors Available</a:t>
            </a:r>
            <a:br>
              <a:rPr lang="en-US" dirty="0"/>
            </a:br>
            <a:r>
              <a:rPr lang="en-US" dirty="0"/>
              <a:t>Represents the number of doctors working across different specialties.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Total Visits</a:t>
            </a:r>
            <a:br>
              <a:rPr lang="en-US" dirty="0"/>
            </a:br>
            <a:r>
              <a:rPr lang="en-US" dirty="0"/>
              <a:t>Indicates the total number of patient visits to the hospital.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Total Lab Tests Conducted</a:t>
            </a:r>
            <a:br>
              <a:rPr lang="en-US" dirty="0"/>
            </a:br>
            <a:r>
              <a:rPr lang="en-US" dirty="0"/>
              <a:t>Shows the total number of diagnostic tests performed.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003591-61A5-0549-F0CF-5B9E86737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4140" y="1297248"/>
            <a:ext cx="5336216" cy="4161615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Average Treatment Cost</a:t>
            </a:r>
            <a:br>
              <a:rPr lang="en-US" dirty="0"/>
            </a:br>
            <a:r>
              <a:rPr lang="en-US" dirty="0"/>
              <a:t>Displays the average cost incurred per treatment.</a:t>
            </a:r>
          </a:p>
          <a:p>
            <a:r>
              <a:rPr lang="en-US" b="1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Total Revenue</a:t>
            </a:r>
            <a:br>
              <a:rPr lang="en-US" dirty="0"/>
            </a:br>
            <a:r>
              <a:rPr lang="en-US" dirty="0"/>
              <a:t>Represents the overall revenue generated from treatments and hospital services.</a:t>
            </a:r>
          </a:p>
          <a:p>
            <a:r>
              <a:rPr lang="en-US" b="1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Average Age of Patients</a:t>
            </a:r>
            <a:br>
              <a:rPr lang="en-US" dirty="0"/>
            </a:br>
            <a:r>
              <a:rPr lang="en-US" dirty="0"/>
              <a:t>Shows the average age of patients visiting the hospital.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Follow-Up Rate</a:t>
            </a:r>
            <a:br>
              <a:rPr lang="en-US" dirty="0"/>
            </a:br>
            <a:r>
              <a:rPr lang="en-US" dirty="0"/>
              <a:t>Indicates the percentage of patients requiring follow-up visits.</a:t>
            </a:r>
          </a:p>
          <a:p>
            <a:r>
              <a:rPr lang="en-US" b="1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Abnormal Test Result Percentage</a:t>
            </a:r>
            <a:br>
              <a:rPr lang="en-US" dirty="0"/>
            </a:br>
            <a:r>
              <a:rPr lang="en-US" dirty="0"/>
              <a:t>Shows the proportion of lab results that are abnormal.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0678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0372B-E43D-BCBF-B3F8-B1E882029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92" y="342421"/>
            <a:ext cx="9291215" cy="817786"/>
          </a:xfrm>
        </p:spPr>
        <p:txBody>
          <a:bodyPr/>
          <a:lstStyle/>
          <a:p>
            <a:r>
              <a:rPr lang="en-US" dirty="0"/>
              <a:t>Key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7C5CC-4AA5-F72B-F92B-7E2952D78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071" y="1445342"/>
            <a:ext cx="10756490" cy="402100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Common Health Conditions</a:t>
            </a:r>
            <a:br>
              <a:rPr lang="en-US" dirty="0"/>
            </a:br>
            <a:r>
              <a:rPr lang="en-US" dirty="0"/>
              <a:t>Migraine, Hypertension, Asthma, and Diabetes are among the most frequent diagnoses.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Patient Demographics</a:t>
            </a:r>
            <a:br>
              <a:rPr lang="en-US" dirty="0"/>
            </a:br>
            <a:r>
              <a:rPr lang="en-US" dirty="0"/>
              <a:t>The dashboard helps understand gender distribution and average patient age.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Regional Patient Trends</a:t>
            </a:r>
            <a:br>
              <a:rPr lang="en-US" dirty="0"/>
            </a:br>
            <a:r>
              <a:rPr lang="en-US" dirty="0"/>
              <a:t>Some states show higher patient counts, indicating higher healthcare demand.</a:t>
            </a:r>
          </a:p>
          <a:p>
            <a:r>
              <a:rPr lang="en-US" b="1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Doctor Workload</a:t>
            </a:r>
            <a:br>
              <a:rPr lang="en-US" dirty="0"/>
            </a:br>
            <a:r>
              <a:rPr lang="en-US" dirty="0"/>
              <a:t>Certain doctors manage more patients, highlighting potential workload imbalance.</a:t>
            </a:r>
          </a:p>
          <a:p>
            <a:r>
              <a:rPr lang="en-US" b="1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Revenue Insights</a:t>
            </a:r>
            <a:br>
              <a:rPr lang="en-US" dirty="0"/>
            </a:br>
            <a:r>
              <a:rPr lang="en-US" dirty="0"/>
              <a:t>Treatment types contribute differently to hospital revenue, helping identify high-value services.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9740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0E7D0-88BA-64BC-4AB6-AE6318AB3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921" y="489887"/>
            <a:ext cx="9291215" cy="798140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89D6F-BF8E-CA69-ECDA-4F32B403C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2921" y="1750142"/>
            <a:ext cx="9291215" cy="371620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healthcare dashboard helps hospitals:</a:t>
            </a:r>
          </a:p>
          <a:p>
            <a:r>
              <a:rPr lang="en-US" dirty="0"/>
              <a:t>Monitor patient activity and hospital performance</a:t>
            </a:r>
          </a:p>
          <a:p>
            <a:r>
              <a:rPr lang="en-US" dirty="0"/>
              <a:t>Identify common diseases and patient trends</a:t>
            </a:r>
          </a:p>
          <a:p>
            <a:r>
              <a:rPr lang="en-US" dirty="0"/>
              <a:t>Track treatment costs and revenue</a:t>
            </a:r>
          </a:p>
          <a:p>
            <a:r>
              <a:rPr lang="en-US" dirty="0"/>
              <a:t>Improve resource allocation and healthcare planning</a:t>
            </a:r>
          </a:p>
          <a:p>
            <a:pPr marL="0" indent="0">
              <a:buNone/>
            </a:pPr>
            <a:r>
              <a:rPr lang="en-US" dirty="0"/>
              <a:t>Overall, the dashboard provides </a:t>
            </a:r>
            <a:r>
              <a:rPr lang="en-US" b="1" dirty="0"/>
              <a:t>data-driven insights that support better healthcare management and decision-making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3386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3A8DA-F09F-877B-0DFF-0A3A0BE9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92" y="1"/>
            <a:ext cx="9291215" cy="678426"/>
          </a:xfrm>
        </p:spPr>
        <p:txBody>
          <a:bodyPr/>
          <a:lstStyle/>
          <a:p>
            <a:r>
              <a:rPr lang="en-US" dirty="0"/>
              <a:t>Excel dashboard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F21794-25BF-A15D-E516-36485B4E8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0035"/>
            <a:ext cx="12192000" cy="602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433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B048B-4268-AE75-806A-7CB5A42FD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927" y="0"/>
            <a:ext cx="9291215" cy="670320"/>
          </a:xfrm>
        </p:spPr>
        <p:txBody>
          <a:bodyPr/>
          <a:lstStyle/>
          <a:p>
            <a:r>
              <a:rPr lang="en-US" dirty="0"/>
              <a:t>Tableau dashboard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C153A9-7B3B-E8FB-2BD3-ACFAE5806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3363"/>
            <a:ext cx="12192000" cy="591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152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A9110-DE88-8D59-CBCB-A52F61DE0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92" y="86766"/>
            <a:ext cx="9291215" cy="621158"/>
          </a:xfrm>
        </p:spPr>
        <p:txBody>
          <a:bodyPr/>
          <a:lstStyle/>
          <a:p>
            <a:r>
              <a:rPr lang="en-US" dirty="0" err="1"/>
              <a:t>Sql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329F17-60CB-2DC9-381A-B484D1D835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7924"/>
            <a:ext cx="12191999" cy="537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64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548F9-A660-B053-0AAC-FE4912665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9063" y="0"/>
            <a:ext cx="9291215" cy="601494"/>
          </a:xfrm>
        </p:spPr>
        <p:txBody>
          <a:bodyPr/>
          <a:lstStyle/>
          <a:p>
            <a:r>
              <a:rPr lang="en-US" dirty="0"/>
              <a:t>Power bi dashboard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F83706-1E7A-98D7-EBD9-0364635CDD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01494"/>
            <a:ext cx="12191999" cy="531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195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84B97-89A8-9132-5584-8D5056A7C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933" y="2013887"/>
            <a:ext cx="9291215" cy="1049235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557060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38</TotalTime>
  <Words>363</Words>
  <Application>Microsoft Office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Rockwell</vt:lpstr>
      <vt:lpstr>Gallery</vt:lpstr>
      <vt:lpstr>Healthcare analysis</vt:lpstr>
      <vt:lpstr>Summary of Kpis</vt:lpstr>
      <vt:lpstr>Summary of kpis</vt:lpstr>
      <vt:lpstr>Key insights</vt:lpstr>
      <vt:lpstr>conclusion</vt:lpstr>
      <vt:lpstr>Excel dashboard</vt:lpstr>
      <vt:lpstr>Tableau dashboard</vt:lpstr>
      <vt:lpstr>Sql</vt:lpstr>
      <vt:lpstr>Power bi dashboard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Preethu Raju</dc:creator>
  <cp:lastModifiedBy>Mohammed Yaseen</cp:lastModifiedBy>
  <cp:revision>2</cp:revision>
  <dcterms:created xsi:type="dcterms:W3CDTF">2026-03-07T10:41:07Z</dcterms:created>
  <dcterms:modified xsi:type="dcterms:W3CDTF">2026-03-08T00:58:32Z</dcterms:modified>
</cp:coreProperties>
</file>